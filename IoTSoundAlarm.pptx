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
  </p:notesMasterIdLst>
  <p:sldIdLst>
    <p:sldId id="256"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09A3B9-1600-4546-9F27-139B595126D8}" v="2" dt="2026-04-16T13:36:57.8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05" d="100"/>
          <a:sy n="105" d="100"/>
        </p:scale>
        <p:origin x="834"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ee Mc Kiernan - STUDENT" userId="d40363ba-299f-45d5-a5d2-40d0d20d6e9a" providerId="ADAL" clId="{C3B209C8-D508-4DDC-A1A9-DB1920F945F1}"/>
    <pc:docChg chg="custSel modSld">
      <pc:chgData name="Lee Mc Kiernan - STUDENT" userId="d40363ba-299f-45d5-a5d2-40d0d20d6e9a" providerId="ADAL" clId="{C3B209C8-D508-4DDC-A1A9-DB1920F945F1}" dt="2026-04-16T13:47:24.456" v="386" actId="14100"/>
      <pc:docMkLst>
        <pc:docMk/>
      </pc:docMkLst>
      <pc:sldChg chg="addSp delSp modSp mod delDesignElem">
        <pc:chgData name="Lee Mc Kiernan - STUDENT" userId="d40363ba-299f-45d5-a5d2-40d0d20d6e9a" providerId="ADAL" clId="{C3B209C8-D508-4DDC-A1A9-DB1920F945F1}" dt="2026-04-16T13:47:24.456" v="386" actId="14100"/>
        <pc:sldMkLst>
          <pc:docMk/>
          <pc:sldMk cId="1553397240" sldId="256"/>
        </pc:sldMkLst>
        <pc:spChg chg="mod">
          <ac:chgData name="Lee Mc Kiernan - STUDENT" userId="d40363ba-299f-45d5-a5d2-40d0d20d6e9a" providerId="ADAL" clId="{C3B209C8-D508-4DDC-A1A9-DB1920F945F1}" dt="2026-04-16T13:24:45.564" v="28" actId="14100"/>
          <ac:spMkLst>
            <pc:docMk/>
            <pc:sldMk cId="1553397240" sldId="256"/>
            <ac:spMk id="6" creationId="{CE451622-3E02-0C12-35D2-B2501E678B90}"/>
          </ac:spMkLst>
        </pc:spChg>
        <pc:spChg chg="del">
          <ac:chgData name="Lee Mc Kiernan - STUDENT" userId="d40363ba-299f-45d5-a5d2-40d0d20d6e9a" providerId="ADAL" clId="{C3B209C8-D508-4DDC-A1A9-DB1920F945F1}" dt="2026-04-16T13:24:59.591" v="30"/>
          <ac:spMkLst>
            <pc:docMk/>
            <pc:sldMk cId="1553397240" sldId="256"/>
            <ac:spMk id="7" creationId="{35D3817B-01DA-DCDA-FA18-49D6FF003762}"/>
          </ac:spMkLst>
        </pc:spChg>
        <pc:spChg chg="mod">
          <ac:chgData name="Lee Mc Kiernan - STUDENT" userId="d40363ba-299f-45d5-a5d2-40d0d20d6e9a" providerId="ADAL" clId="{C3B209C8-D508-4DDC-A1A9-DB1920F945F1}" dt="2026-04-16T13:43:25.554" v="89" actId="1076"/>
          <ac:spMkLst>
            <pc:docMk/>
            <pc:sldMk cId="1553397240" sldId="256"/>
            <ac:spMk id="8" creationId="{77E6343C-7545-8367-B317-8ABA920394A4}"/>
          </ac:spMkLst>
        </pc:spChg>
        <pc:spChg chg="mod">
          <ac:chgData name="Lee Mc Kiernan - STUDENT" userId="d40363ba-299f-45d5-a5d2-40d0d20d6e9a" providerId="ADAL" clId="{C3B209C8-D508-4DDC-A1A9-DB1920F945F1}" dt="2026-04-16T13:36:41.299" v="66" actId="14100"/>
          <ac:spMkLst>
            <pc:docMk/>
            <pc:sldMk cId="1553397240" sldId="256"/>
            <ac:spMk id="9" creationId="{36F9200E-3C84-4E29-CEFC-ED3C06F17FDA}"/>
          </ac:spMkLst>
        </pc:spChg>
        <pc:spChg chg="mod">
          <ac:chgData name="Lee Mc Kiernan - STUDENT" userId="d40363ba-299f-45d5-a5d2-40d0d20d6e9a" providerId="ADAL" clId="{C3B209C8-D508-4DDC-A1A9-DB1920F945F1}" dt="2026-04-16T13:47:17.052" v="384" actId="1076"/>
          <ac:spMkLst>
            <pc:docMk/>
            <pc:sldMk cId="1553397240" sldId="256"/>
            <ac:spMk id="10" creationId="{8A37B3AE-52F5-5683-645E-2E796F003CF4}"/>
          </ac:spMkLst>
        </pc:spChg>
        <pc:spChg chg="mod">
          <ac:chgData name="Lee Mc Kiernan - STUDENT" userId="d40363ba-299f-45d5-a5d2-40d0d20d6e9a" providerId="ADAL" clId="{C3B209C8-D508-4DDC-A1A9-DB1920F945F1}" dt="2026-04-16T13:47:24.456" v="386" actId="14100"/>
          <ac:spMkLst>
            <pc:docMk/>
            <pc:sldMk cId="1553397240" sldId="256"/>
            <ac:spMk id="11" creationId="{63862053-0E60-C72E-7802-2D4BF91C4584}"/>
          </ac:spMkLst>
        </pc:spChg>
        <pc:spChg chg="mod">
          <ac:chgData name="Lee Mc Kiernan - STUDENT" userId="d40363ba-299f-45d5-a5d2-40d0d20d6e9a" providerId="ADAL" clId="{C3B209C8-D508-4DDC-A1A9-DB1920F945F1}" dt="2026-04-16T13:43:55.142" v="95" actId="1076"/>
          <ac:spMkLst>
            <pc:docMk/>
            <pc:sldMk cId="1553397240" sldId="256"/>
            <ac:spMk id="12" creationId="{A9EA9FDA-691B-ACBA-6CF7-A5B8935DA918}"/>
          </ac:spMkLst>
        </pc:spChg>
        <pc:spChg chg="add mod">
          <ac:chgData name="Lee Mc Kiernan - STUDENT" userId="d40363ba-299f-45d5-a5d2-40d0d20d6e9a" providerId="ADAL" clId="{C3B209C8-D508-4DDC-A1A9-DB1920F945F1}" dt="2026-04-16T13:46:28.954" v="378" actId="207"/>
          <ac:spMkLst>
            <pc:docMk/>
            <pc:sldMk cId="1553397240" sldId="256"/>
            <ac:spMk id="15" creationId="{5E8E3DE6-9223-CE3E-DC9D-9206F0C47F4C}"/>
          </ac:spMkLst>
        </pc:spChg>
        <pc:picChg chg="add mod">
          <ac:chgData name="Lee Mc Kiernan - STUDENT" userId="d40363ba-299f-45d5-a5d2-40d0d20d6e9a" providerId="ADAL" clId="{C3B209C8-D508-4DDC-A1A9-DB1920F945F1}" dt="2026-04-16T13:46:49.322" v="380" actId="14100"/>
          <ac:picMkLst>
            <pc:docMk/>
            <pc:sldMk cId="1553397240" sldId="256"/>
            <ac:picMk id="3" creationId="{A2C12ABA-E2D6-AC3D-C4B6-3F5519C5D95B}"/>
          </ac:picMkLst>
        </pc:picChg>
        <pc:picChg chg="del mod">
          <ac:chgData name="Lee Mc Kiernan - STUDENT" userId="d40363ba-299f-45d5-a5d2-40d0d20d6e9a" providerId="ADAL" clId="{C3B209C8-D508-4DDC-A1A9-DB1920F945F1}" dt="2026-04-16T13:23:39.191" v="20" actId="478"/>
          <ac:picMkLst>
            <pc:docMk/>
            <pc:sldMk cId="1553397240" sldId="256"/>
            <ac:picMk id="5" creationId="{12B41B88-7341-74D3-588D-7835F6CDF617}"/>
          </ac:picMkLst>
        </pc:picChg>
        <pc:picChg chg="add mod">
          <ac:chgData name="Lee Mc Kiernan - STUDENT" userId="d40363ba-299f-45d5-a5d2-40d0d20d6e9a" providerId="ADAL" clId="{C3B209C8-D508-4DDC-A1A9-DB1920F945F1}" dt="2026-04-16T13:35:08.058" v="57" actId="1076"/>
          <ac:picMkLst>
            <pc:docMk/>
            <pc:sldMk cId="1553397240" sldId="256"/>
            <ac:picMk id="13" creationId="{B93033AB-EEDA-85D0-EAC9-ED7D300B00B1}"/>
          </ac:picMkLst>
        </pc:picChg>
        <pc:picChg chg="mod">
          <ac:chgData name="Lee Mc Kiernan - STUDENT" userId="d40363ba-299f-45d5-a5d2-40d0d20d6e9a" providerId="ADAL" clId="{C3B209C8-D508-4DDC-A1A9-DB1920F945F1}" dt="2026-04-16T13:46:08.090" v="376" actId="1076"/>
          <ac:picMkLst>
            <pc:docMk/>
            <pc:sldMk cId="1553397240" sldId="256"/>
            <ac:picMk id="14" creationId="{AA953FB7-4838-5511-7FB4-193FC32AFCB7}"/>
          </ac:picMkLst>
        </pc:picChg>
      </pc:sldChg>
    </pc:docChg>
  </pc:docChgLst>
  <pc:docChgLst>
    <pc:chgData name="Lee Mc Kiernan - STUDENT" userId="d40363ba-299f-45d5-a5d2-40d0d20d6e9a" providerId="ADAL" clId="{2DC53395-9069-4A33-8338-FE43F8832BDE}"/>
    <pc:docChg chg="custSel modSld">
      <pc:chgData name="Lee Mc Kiernan - STUDENT" userId="d40363ba-299f-45d5-a5d2-40d0d20d6e9a" providerId="ADAL" clId="{2DC53395-9069-4A33-8338-FE43F8832BDE}" dt="2026-04-15T12:57:17.955" v="402" actId="207"/>
      <pc:docMkLst>
        <pc:docMk/>
      </pc:docMkLst>
      <pc:sldChg chg="addSp modSp mod">
        <pc:chgData name="Lee Mc Kiernan - STUDENT" userId="d40363ba-299f-45d5-a5d2-40d0d20d6e9a" providerId="ADAL" clId="{2DC53395-9069-4A33-8338-FE43F8832BDE}" dt="2026-04-15T12:57:17.955" v="402" actId="207"/>
        <pc:sldMkLst>
          <pc:docMk/>
          <pc:sldMk cId="1553397240" sldId="256"/>
        </pc:sldMkLst>
        <pc:spChg chg="mod">
          <ac:chgData name="Lee Mc Kiernan - STUDENT" userId="d40363ba-299f-45d5-a5d2-40d0d20d6e9a" providerId="ADAL" clId="{2DC53395-9069-4A33-8338-FE43F8832BDE}" dt="2026-04-15T12:57:17.955" v="402" actId="207"/>
          <ac:spMkLst>
            <pc:docMk/>
            <pc:sldMk cId="1553397240" sldId="256"/>
            <ac:spMk id="6" creationId="{CE451622-3E02-0C12-35D2-B2501E678B90}"/>
          </ac:spMkLst>
        </pc:spChg>
        <pc:spChg chg="add mod">
          <ac:chgData name="Lee Mc Kiernan - STUDENT" userId="d40363ba-299f-45d5-a5d2-40d0d20d6e9a" providerId="ADAL" clId="{2DC53395-9069-4A33-8338-FE43F8832BDE}" dt="2026-04-15T12:39:44.706" v="44" actId="255"/>
          <ac:spMkLst>
            <pc:docMk/>
            <pc:sldMk cId="1553397240" sldId="256"/>
            <ac:spMk id="8" creationId="{77E6343C-7545-8367-B317-8ABA920394A4}"/>
          </ac:spMkLst>
        </pc:spChg>
        <pc:spChg chg="add mod">
          <ac:chgData name="Lee Mc Kiernan - STUDENT" userId="d40363ba-299f-45d5-a5d2-40d0d20d6e9a" providerId="ADAL" clId="{2DC53395-9069-4A33-8338-FE43F8832BDE}" dt="2026-04-15T12:43:30.043" v="279" actId="20577"/>
          <ac:spMkLst>
            <pc:docMk/>
            <pc:sldMk cId="1553397240" sldId="256"/>
            <ac:spMk id="9" creationId="{36F9200E-3C84-4E29-CEFC-ED3C06F17FDA}"/>
          </ac:spMkLst>
        </pc:spChg>
        <pc:spChg chg="add mod">
          <ac:chgData name="Lee Mc Kiernan - STUDENT" userId="d40363ba-299f-45d5-a5d2-40d0d20d6e9a" providerId="ADAL" clId="{2DC53395-9069-4A33-8338-FE43F8832BDE}" dt="2026-04-15T12:45:41.515" v="318" actId="255"/>
          <ac:spMkLst>
            <pc:docMk/>
            <pc:sldMk cId="1553397240" sldId="256"/>
            <ac:spMk id="10" creationId="{8A37B3AE-52F5-5683-645E-2E796F003CF4}"/>
          </ac:spMkLst>
        </pc:spChg>
        <pc:spChg chg="add mod">
          <ac:chgData name="Lee Mc Kiernan - STUDENT" userId="d40363ba-299f-45d5-a5d2-40d0d20d6e9a" providerId="ADAL" clId="{2DC53395-9069-4A33-8338-FE43F8832BDE}" dt="2026-04-15T12:56:00.974" v="400" actId="207"/>
          <ac:spMkLst>
            <pc:docMk/>
            <pc:sldMk cId="1553397240" sldId="256"/>
            <ac:spMk id="11" creationId="{63862053-0E60-C72E-7802-2D4BF91C4584}"/>
          </ac:spMkLst>
        </pc:spChg>
        <pc:spChg chg="add mod">
          <ac:chgData name="Lee Mc Kiernan - STUDENT" userId="d40363ba-299f-45d5-a5d2-40d0d20d6e9a" providerId="ADAL" clId="{2DC53395-9069-4A33-8338-FE43F8832BDE}" dt="2026-04-15T12:49:49.404" v="394" actId="20577"/>
          <ac:spMkLst>
            <pc:docMk/>
            <pc:sldMk cId="1553397240" sldId="256"/>
            <ac:spMk id="12" creationId="{A9EA9FDA-691B-ACBA-6CF7-A5B8935DA918}"/>
          </ac:spMkLst>
        </pc:spChg>
        <pc:picChg chg="mod">
          <ac:chgData name="Lee Mc Kiernan - STUDENT" userId="d40363ba-299f-45d5-a5d2-40d0d20d6e9a" providerId="ADAL" clId="{2DC53395-9069-4A33-8338-FE43F8832BDE}" dt="2026-04-15T12:38:09.455" v="0" actId="1076"/>
          <ac:picMkLst>
            <pc:docMk/>
            <pc:sldMk cId="1553397240" sldId="256"/>
            <ac:picMk id="5" creationId="{12B41B88-7341-74D3-588D-7835F6CDF617}"/>
          </ac:picMkLst>
        </pc:picChg>
        <pc:picChg chg="add mod">
          <ac:chgData name="Lee Mc Kiernan - STUDENT" userId="d40363ba-299f-45d5-a5d2-40d0d20d6e9a" providerId="ADAL" clId="{2DC53395-9069-4A33-8338-FE43F8832BDE}" dt="2026-04-15T12:53:37.391" v="398" actId="1076"/>
          <ac:picMkLst>
            <pc:docMk/>
            <pc:sldMk cId="1553397240" sldId="256"/>
            <ac:picMk id="14" creationId="{AA953FB7-4838-5511-7FB4-193FC32AFCB7}"/>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2B74A5-94AC-494A-862B-A878434B84C6}" type="datetimeFigureOut">
              <a:rPr lang="en-GB" smtClean="0"/>
              <a:t>16/04/2026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B471FC-8839-4A87-85E6-5B2EC0A759C4}" type="slidenum">
              <a:rPr lang="en-GB" smtClean="0"/>
              <a:t>‹#›</a:t>
            </a:fld>
            <a:endParaRPr lang="en-GB"/>
          </a:p>
        </p:txBody>
      </p:sp>
    </p:spTree>
    <p:extLst>
      <p:ext uri="{BB962C8B-B14F-4D97-AF65-F5344CB8AC3E}">
        <p14:creationId xmlns:p14="http://schemas.microsoft.com/office/powerpoint/2010/main" val="2877705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GB"/>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C128FA71-3A18-48C0-980F-4B68F7F63042}" type="datetime1">
              <a:rPr lang="en-US" smtClean="0"/>
              <a:t>4/16/2026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CC057153-B650-4DEB-B370-79DDCFDCE934}"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7000098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1C1210E-201E-4473-82AC-2466F5386C38}" type="datetime1">
              <a:rPr lang="en-US" smtClean="0"/>
              <a:t>4/16/2026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7364257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GB"/>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01EA198-6CAB-4B8F-B93F-1F9C8C4B6CE7}" type="datetime1">
              <a:rPr lang="en-US" smtClean="0"/>
              <a:t>4/16/2026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5071904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06041F-4525-44D5-AA4F-332294BF1F56}" type="datetime1">
              <a:rPr lang="en-US" smtClean="0"/>
              <a:t>4/16/2026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58705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GB"/>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9557091-BBDF-4EB9-BA6B-2BB67AC4FC0F}" type="datetime1">
              <a:rPr lang="en-US" smtClean="0"/>
              <a:t>4/16/2026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22149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2D6B226B-77A6-410C-9796-083F278E0125}" type="datetime1">
              <a:rPr lang="en-US" smtClean="0"/>
              <a:t>4/16/2026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96445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A578B-D289-4C40-8593-3D356C49DA58}" type="datetime1">
              <a:rPr lang="en-US" smtClean="0"/>
              <a:t>4/16/2026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45668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GB"/>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713DFAE3-14DB-48A7-A80F-80DDB072CE3D}" type="datetime1">
              <a:rPr lang="en-US" smtClean="0"/>
              <a:t>4/16/2026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77682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92C5EAEF-6478-4102-8F5D-A5FE9FC97ACB}" type="datetime1">
              <a:rPr lang="en-US" smtClean="0"/>
              <a:t>4/16/2026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6628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7104EDB3-C0E8-45F8-9E1D-1B6C8D1880C0}" type="datetime1">
              <a:rPr lang="en-US" smtClean="0"/>
              <a:t>4/16/2026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73016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9CF0EC4B-54ED-4041-B552-9BA760FA3DBA}" type="datetime1">
              <a:rPr lang="en-US" smtClean="0"/>
              <a:t>4/16/2026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752669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GB"/>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67F45AC6-C491-4585-A584-9CE2AF7D5500}" type="datetime1">
              <a:rPr lang="en-US" smtClean="0"/>
              <a:t>4/16/2026</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66943446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CE451622-3E02-0C12-35D2-B2501E678B90}"/>
              </a:ext>
            </a:extLst>
          </p:cNvPr>
          <p:cNvSpPr txBox="1"/>
          <p:nvPr/>
        </p:nvSpPr>
        <p:spPr>
          <a:xfrm>
            <a:off x="9656064" y="-36836"/>
            <a:ext cx="2535936" cy="1077218"/>
          </a:xfrm>
          <a:prstGeom prst="rect">
            <a:avLst/>
          </a:prstGeom>
          <a:noFill/>
        </p:spPr>
        <p:txBody>
          <a:bodyPr wrap="square" rtlCol="0">
            <a:spAutoFit/>
          </a:bodyPr>
          <a:lstStyle/>
          <a:p>
            <a:r>
              <a:rPr lang="en-GB" dirty="0"/>
              <a:t>Sound alarm Internet of Things Project</a:t>
            </a:r>
          </a:p>
          <a:p>
            <a:r>
              <a:rPr lang="en-GB" sz="1400" dirty="0">
                <a:solidFill>
                  <a:srgbClr val="FF0000"/>
                </a:solidFill>
              </a:rPr>
              <a:t>Lee Mckiernan, </a:t>
            </a:r>
            <a:r>
              <a:rPr lang="en-GB" sz="1400" dirty="0">
                <a:solidFill>
                  <a:schemeClr val="accent2"/>
                </a:solidFill>
              </a:rPr>
              <a:t>Balint Vaczi, </a:t>
            </a:r>
            <a:r>
              <a:rPr lang="en-GB" sz="1400" dirty="0">
                <a:solidFill>
                  <a:srgbClr val="7030A0"/>
                </a:solidFill>
              </a:rPr>
              <a:t>Leo Doddy</a:t>
            </a:r>
          </a:p>
        </p:txBody>
      </p:sp>
      <p:sp>
        <p:nvSpPr>
          <p:cNvPr id="8" name="TextBox 7">
            <a:extLst>
              <a:ext uri="{FF2B5EF4-FFF2-40B4-BE49-F238E27FC236}">
                <a16:creationId xmlns:a16="http://schemas.microsoft.com/office/drawing/2014/main" id="{77E6343C-7545-8367-B317-8ABA920394A4}"/>
              </a:ext>
            </a:extLst>
          </p:cNvPr>
          <p:cNvSpPr txBox="1"/>
          <p:nvPr/>
        </p:nvSpPr>
        <p:spPr>
          <a:xfrm>
            <a:off x="9656064" y="1077218"/>
            <a:ext cx="2535936" cy="1877437"/>
          </a:xfrm>
          <a:prstGeom prst="rect">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wrap="square" rtlCol="0">
            <a:spAutoFit/>
          </a:bodyPr>
          <a:lstStyle/>
          <a:p>
            <a:r>
              <a:rPr lang="en-GB" dirty="0">
                <a:solidFill>
                  <a:schemeClr val="accent5">
                    <a:lumMod val="60000"/>
                    <a:lumOff val="40000"/>
                  </a:schemeClr>
                </a:solidFill>
              </a:rPr>
              <a:t>Problem to be solved:</a:t>
            </a:r>
          </a:p>
          <a:p>
            <a:r>
              <a:rPr lang="en-GB" sz="1400" dirty="0"/>
              <a:t>How can a low-</a:t>
            </a:r>
            <a:r>
              <a:rPr lang="en-US" sz="1400" dirty="0"/>
              <a:t>power, inexpensive IoT device automatically detect when sound levels exceed a high threshold, and immediately notify people in a space so that noise can be reduced?</a:t>
            </a:r>
            <a:endParaRPr lang="en-GB" sz="1400" dirty="0"/>
          </a:p>
        </p:txBody>
      </p:sp>
      <p:sp>
        <p:nvSpPr>
          <p:cNvPr id="9" name="TextBox 8">
            <a:extLst>
              <a:ext uri="{FF2B5EF4-FFF2-40B4-BE49-F238E27FC236}">
                <a16:creationId xmlns:a16="http://schemas.microsoft.com/office/drawing/2014/main" id="{36F9200E-3C84-4E29-CEFC-ED3C06F17FDA}"/>
              </a:ext>
            </a:extLst>
          </p:cNvPr>
          <p:cNvSpPr txBox="1"/>
          <p:nvPr/>
        </p:nvSpPr>
        <p:spPr>
          <a:xfrm>
            <a:off x="512064" y="0"/>
            <a:ext cx="3565573" cy="1877437"/>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r>
              <a:rPr lang="en-GB" dirty="0">
                <a:solidFill>
                  <a:schemeClr val="tx2">
                    <a:lumMod val="75000"/>
                  </a:schemeClr>
                </a:solidFill>
              </a:rPr>
              <a:t>Where the problem is crucial: </a:t>
            </a:r>
          </a:p>
          <a:p>
            <a:pPr marL="285750" indent="-285750">
              <a:buFontTx/>
              <a:buChar char="-"/>
            </a:pPr>
            <a:r>
              <a:rPr lang="en-GB" sz="1400" dirty="0"/>
              <a:t>Libraries and study areas</a:t>
            </a:r>
          </a:p>
          <a:p>
            <a:pPr marL="285750" indent="-285750">
              <a:buFontTx/>
              <a:buChar char="-"/>
            </a:pPr>
            <a:r>
              <a:rPr lang="en-GB" sz="1400" dirty="0"/>
              <a:t>Hospital wards and care environments</a:t>
            </a:r>
          </a:p>
          <a:p>
            <a:pPr marL="285750" indent="-285750">
              <a:buFontTx/>
              <a:buChar char="-"/>
            </a:pPr>
            <a:r>
              <a:rPr lang="en-GB" sz="1400" dirty="0"/>
              <a:t>Offices where constant noise have been shown to decrease productivity</a:t>
            </a:r>
          </a:p>
          <a:p>
            <a:pPr marL="285750" indent="-285750">
              <a:buFontTx/>
              <a:buChar char="-"/>
            </a:pPr>
            <a:r>
              <a:rPr lang="en-GB" sz="1400" dirty="0"/>
              <a:t>Shared environments where noisy disputes are common.</a:t>
            </a:r>
          </a:p>
        </p:txBody>
      </p:sp>
      <p:sp>
        <p:nvSpPr>
          <p:cNvPr id="10" name="TextBox 9">
            <a:extLst>
              <a:ext uri="{FF2B5EF4-FFF2-40B4-BE49-F238E27FC236}">
                <a16:creationId xmlns:a16="http://schemas.microsoft.com/office/drawing/2014/main" id="{8A37B3AE-52F5-5683-645E-2E796F003CF4}"/>
              </a:ext>
            </a:extLst>
          </p:cNvPr>
          <p:cNvSpPr txBox="1"/>
          <p:nvPr/>
        </p:nvSpPr>
        <p:spPr>
          <a:xfrm>
            <a:off x="4169186" y="92430"/>
            <a:ext cx="3565573" cy="2308324"/>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GB" dirty="0"/>
              <a:t>Research: </a:t>
            </a:r>
          </a:p>
          <a:p>
            <a:r>
              <a:rPr lang="en-US" sz="1400" dirty="0"/>
              <a:t>A research by Bashner et al.  published in The Lancet demonstrates that sustained noise exposure impairs cognitive performance and elevates stress. The World Health Organisation (WHO) recommends that indoors daytime noise levels should not exceed 35dB for good sleep and cognitive function.</a:t>
            </a:r>
            <a:endParaRPr lang="en-GB" sz="1400" dirty="0"/>
          </a:p>
        </p:txBody>
      </p:sp>
      <p:sp>
        <p:nvSpPr>
          <p:cNvPr id="11" name="TextBox 10">
            <a:extLst>
              <a:ext uri="{FF2B5EF4-FFF2-40B4-BE49-F238E27FC236}">
                <a16:creationId xmlns:a16="http://schemas.microsoft.com/office/drawing/2014/main" id="{63862053-0E60-C72E-7802-2D4BF91C4584}"/>
              </a:ext>
            </a:extLst>
          </p:cNvPr>
          <p:cNvSpPr txBox="1"/>
          <p:nvPr/>
        </p:nvSpPr>
        <p:spPr>
          <a:xfrm>
            <a:off x="8470392" y="3257014"/>
            <a:ext cx="3565573" cy="2523768"/>
          </a:xfrm>
          <a:prstGeom prst="rect">
            <a:avLst/>
          </a:prstGeom>
          <a:noFill/>
          <a:ln w="9525" cap="flat" cmpd="sng" algn="ctr">
            <a:solidFill>
              <a:schemeClr val="accent6"/>
            </a:solidFill>
            <a:prstDash val="solid"/>
            <a:round/>
            <a:headEnd type="none" w="med" len="med"/>
            <a:tailEnd type="none" w="med" len="med"/>
          </a:ln>
        </p:spPr>
        <p:style>
          <a:lnRef idx="0">
            <a:scrgbClr r="0" g="0" b="0"/>
          </a:lnRef>
          <a:fillRef idx="0">
            <a:scrgbClr r="0" g="0" b="0"/>
          </a:fillRef>
          <a:effectRef idx="0">
            <a:scrgbClr r="0" g="0" b="0"/>
          </a:effectRef>
          <a:fontRef idx="minor">
            <a:schemeClr val="accent6"/>
          </a:fontRef>
        </p:style>
        <p:txBody>
          <a:bodyPr wrap="square" rtlCol="0">
            <a:spAutoFit/>
          </a:bodyPr>
          <a:lstStyle/>
          <a:p>
            <a:r>
              <a:rPr lang="en-GB" dirty="0">
                <a:solidFill>
                  <a:schemeClr val="accent6">
                    <a:lumMod val="60000"/>
                    <a:lumOff val="40000"/>
                  </a:schemeClr>
                </a:solidFill>
              </a:rPr>
              <a:t>Summary of Project: </a:t>
            </a:r>
          </a:p>
          <a:p>
            <a:r>
              <a:rPr lang="en-US" sz="1400" dirty="0"/>
              <a:t>Our solution is an Arduino-based Sound Alarm that continuously listens to ambient sound levels using a microphone sensor module. When the detected sound levels exceed a certain predefined threshold, the system activates a buzzer alarm, lights an LED, and optionally logs event data on a cloud server or a database via a Wi-Fi-enabled module for later analysis.</a:t>
            </a:r>
            <a:endParaRPr lang="en-GB" sz="1400" dirty="0"/>
          </a:p>
        </p:txBody>
      </p:sp>
      <p:sp>
        <p:nvSpPr>
          <p:cNvPr id="12" name="TextBox 11">
            <a:extLst>
              <a:ext uri="{FF2B5EF4-FFF2-40B4-BE49-F238E27FC236}">
                <a16:creationId xmlns:a16="http://schemas.microsoft.com/office/drawing/2014/main" id="{A9EA9FDA-691B-ACBA-6CF7-A5B8935DA918}"/>
              </a:ext>
            </a:extLst>
          </p:cNvPr>
          <p:cNvSpPr txBox="1"/>
          <p:nvPr/>
        </p:nvSpPr>
        <p:spPr>
          <a:xfrm>
            <a:off x="4481396" y="4888133"/>
            <a:ext cx="3565573" cy="1877437"/>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wrap="square" rtlCol="0">
            <a:spAutoFit/>
          </a:bodyPr>
          <a:lstStyle/>
          <a:p>
            <a:r>
              <a:rPr lang="en-GB" dirty="0">
                <a:solidFill>
                  <a:schemeClr val="accent2">
                    <a:lumMod val="75000"/>
                  </a:schemeClr>
                </a:solidFill>
              </a:rPr>
              <a:t>Design and Price:</a:t>
            </a:r>
          </a:p>
          <a:p>
            <a:r>
              <a:rPr lang="en-US" sz="1400" dirty="0"/>
              <a:t>The device is designed to be compact, low-cost and straightforward to use with no need for professional instructions. It can be powered by a USB cable and does not require internet for its base alarm functionality, though network connectivity extends its capability.</a:t>
            </a:r>
            <a:endParaRPr lang="en-GB" sz="1400" dirty="0"/>
          </a:p>
        </p:txBody>
      </p:sp>
      <p:pic>
        <p:nvPicPr>
          <p:cNvPr id="14" name="Picture 13">
            <a:extLst>
              <a:ext uri="{FF2B5EF4-FFF2-40B4-BE49-F238E27FC236}">
                <a16:creationId xmlns:a16="http://schemas.microsoft.com/office/drawing/2014/main" id="{AA953FB7-4838-5511-7FB4-193FC32AFC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064" y="3815887"/>
            <a:ext cx="3904489" cy="2329354"/>
          </a:xfrm>
          <a:prstGeom prst="rect">
            <a:avLst/>
          </a:prstGeom>
        </p:spPr>
      </p:pic>
      <p:pic>
        <p:nvPicPr>
          <p:cNvPr id="3" name="Picture 2">
            <a:extLst>
              <a:ext uri="{FF2B5EF4-FFF2-40B4-BE49-F238E27FC236}">
                <a16:creationId xmlns:a16="http://schemas.microsoft.com/office/drawing/2014/main" id="{A2C12ABA-E2D6-AC3D-C4B6-3F5519C5D9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94536" y="2560604"/>
            <a:ext cx="3139291" cy="2249685"/>
          </a:xfrm>
          <a:prstGeom prst="rect">
            <a:avLst/>
          </a:prstGeom>
        </p:spPr>
      </p:pic>
      <p:pic>
        <p:nvPicPr>
          <p:cNvPr id="13" name="Picture 12">
            <a:extLst>
              <a:ext uri="{FF2B5EF4-FFF2-40B4-BE49-F238E27FC236}">
                <a16:creationId xmlns:a16="http://schemas.microsoft.com/office/drawing/2014/main" id="{B93033AB-EEDA-85D0-EAC9-ED7D300B00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81728" y="0"/>
            <a:ext cx="1874336" cy="2363985"/>
          </a:xfrm>
          <a:prstGeom prst="rect">
            <a:avLst/>
          </a:prstGeom>
        </p:spPr>
      </p:pic>
      <p:sp>
        <p:nvSpPr>
          <p:cNvPr id="15" name="TextBox 14">
            <a:extLst>
              <a:ext uri="{FF2B5EF4-FFF2-40B4-BE49-F238E27FC236}">
                <a16:creationId xmlns:a16="http://schemas.microsoft.com/office/drawing/2014/main" id="{5E8E3DE6-9223-CE3E-DC9D-9206F0C47F4C}"/>
              </a:ext>
            </a:extLst>
          </p:cNvPr>
          <p:cNvSpPr txBox="1"/>
          <p:nvPr/>
        </p:nvSpPr>
        <p:spPr>
          <a:xfrm>
            <a:off x="476671" y="2363985"/>
            <a:ext cx="3361451" cy="1231106"/>
          </a:xfrm>
          <a:prstGeom prst="rect">
            <a:avLst/>
          </a:prstGeom>
          <a:noFill/>
          <a:ln w="9525" cap="flat" cmpd="sng" algn="ctr">
            <a:solidFill>
              <a:schemeClr val="accent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wrap="square" rtlCol="0">
            <a:spAutoFit/>
          </a:bodyPr>
          <a:lstStyle/>
          <a:p>
            <a:r>
              <a:rPr lang="en-GB" dirty="0">
                <a:solidFill>
                  <a:schemeClr val="accent3">
                    <a:lumMod val="75000"/>
                  </a:schemeClr>
                </a:solidFill>
              </a:rPr>
              <a:t>Conclusion:</a:t>
            </a:r>
          </a:p>
          <a:p>
            <a:r>
              <a:rPr lang="en-GB" sz="1400" dirty="0"/>
              <a:t>Through certain tests it allowed us to grow our code too make it better and easier to follow. The code we have now has passed all these tests.</a:t>
            </a:r>
          </a:p>
        </p:txBody>
      </p:sp>
    </p:spTree>
    <p:extLst>
      <p:ext uri="{BB962C8B-B14F-4D97-AF65-F5344CB8AC3E}">
        <p14:creationId xmlns:p14="http://schemas.microsoft.com/office/powerpoint/2010/main" val="1553397240"/>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7855545-00bb-4800-a65f-e79104ec0fc4}" enabled="0" method="" siteId="{47855545-00bb-4800-a65f-e79104ec0fc4}" removed="1"/>
</clbl:labelList>
</file>

<file path=docProps/app.xml><?xml version="1.0" encoding="utf-8"?>
<Properties xmlns="http://schemas.openxmlformats.org/officeDocument/2006/extended-properties" xmlns:vt="http://schemas.openxmlformats.org/officeDocument/2006/docPropsVTypes">
  <Template>TM03457515[[fn=View]]</Template>
  <TotalTime>62</TotalTime>
  <Words>282</Words>
  <Application>Microsoft Office PowerPoint</Application>
  <PresentationFormat>Widescreen</PresentationFormat>
  <Paragraphs>17</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Arial</vt:lpstr>
      <vt:lpstr>Century Schoolbook</vt:lpstr>
      <vt:lpstr>Wingdings 2</vt:lpstr>
      <vt:lpstr>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Mc Kiernan - STUDENT</dc:creator>
  <cp:lastModifiedBy>Lee Mc Kiernan - STUDENT</cp:lastModifiedBy>
  <cp:revision>1</cp:revision>
  <dcterms:created xsi:type="dcterms:W3CDTF">2026-04-15T12:30:33Z</dcterms:created>
  <dcterms:modified xsi:type="dcterms:W3CDTF">2026-04-16T13:47:25Z</dcterms:modified>
</cp:coreProperties>
</file>